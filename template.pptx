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배포용 안내 슬라이드입니다. 제출본에서는 삭제하도록 안내되어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표지에 주장과 약점을 함께 올리게 한 것은 의도적입니다. 5분 리뷰에서 이 한 장만 봐도 논의를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유형의 결론이 같게 나오는 경우가 많습니다. 그때 "그럼 차이가 없는 것 아니냐"는 질문이 나오는데, 차이는 결론이 아니라 검증 가능성에 있다는 점을 학생이 스스로 쓰게 하는 것이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 ②는 치트시트에서 그대로 가져와도 됩니다. 다만 출처 등급 표기를 빼먹지 않도록 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5분 피드백의 중심입니다. ④의 네 항목(위치·모양·시간추세·동반증상)이 다 채워졌는지 먼저 보고, 마지막 대조 박스에서 예측과 관찰이 어긋난 것을 학생이 스스로 적었는지를 보십시오. 어긋남을 숨기고 온 경우가 가장 흔한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이번 기수에 새로 들어간 부분입니다. 자기 예측만 세우면 반증이 불가능합니다. 같은 조에서 파라미터가 겹친 학생이 있으면 연속 순서로 배치해 이 장을 나란히 비교하십시오.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우선순위가 없는 나열이 가장 흔합니다. "제일 먼저 볼 것 하나만 고르면?"이라고 되물으면 바로 드러납니다.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평가에서 가장 높게 보는 장입니다. 약점을 하나도 못 쓴 제출물은 그 자체가 피드백 주제가 됩니다. 반대로 약점을 밝힌 지점은 5분 안에 공격하지 마십시오 - 그 약속을 지켜야 다음 기수에도 솔직하게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전에 읽으십시오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파일을 쓰는 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B2A4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47088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슬라이드를 지우고 시작하십시오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04825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안내용입니다. 제출본에는 남기지 마세요.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B2A4E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926080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706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내용을 덮어쓰십시오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1272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· 포커스링으로 채워져 있습니다. 본인 공정과 파라미터로 전부 바꾸세요.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B2A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4005072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496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슬라이드를 늘리지 마십시오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5분입니다. 7장을 넘기면 뒤 순서가 손해를 봅니다.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B2A4E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5084064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2861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5번 슬라이드에 가장 많은 시간을 쓰십시오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2852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형상 칸입니다. 제가 가장 오래 볼 곳입니다.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마감 — 일요일 수업 시작 전까지.  미제출 시 라이브 피드백에서 제외됩니다.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4572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 지도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Donut 을 두고 — 내가 지목한 파라미터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514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공정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30815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648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지목 파라미터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6484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 소모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35240" y="1051560"/>
            <a:ext cx="3977640" cy="4114800"/>
          </a:xfrm>
          <a:prstGeom prst="roundRect">
            <a:avLst>
              <a:gd name="adj" fmla="val 2529"/>
            </a:avLst>
          </a:prstGeom>
          <a:solidFill>
            <a:srgbClr val="1B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13258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주장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173736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포커스링이 소모되어 웨이퍼 최외곽 3~5mm 의 식각률이 떨어졌고, 그 대역의 die 가 fail 하면서 좁은 동심 링으로 나타났다.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01000" y="3310128"/>
            <a:ext cx="3246120" cy="0"/>
          </a:xfrm>
          <a:prstGeom prst="line">
            <a:avLst/>
          </a:prstGeom>
          <a:noFill/>
          <a:ln w="12700">
            <a:solidFill>
              <a:srgbClr val="3A4C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49300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약한 고리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3877056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링의 정확한 반경을 눈대중으로 읽었다. 3mm 인지 8mm 인지에 따라 후보가 달라진다.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6766560" cy="0"/>
          </a:xfrm>
          <a:prstGeom prst="line">
            <a:avLst/>
          </a:prstGeom>
          <a:noFill/>
          <a:ln w="12700">
            <a:solidFill>
              <a:srgbClr val="2A3D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표지에서 바꿔야 할 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864608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· 담당 공정 · 지목 파라미터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주장 — 파라미터, 위치, 나타난 모양이 한 문장에 다 들어가야 합니다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약한 고리 — 마지막 장에 자세히 쓰고, 여기에는 한 줄로 요약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표지 한 장만 보고도 무엇을 주장하는지 알 수 있어야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이미지에 네 가지 질문을 던진 결과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164592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유형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내가 쓴 프롬프트 (요약)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결론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근거가 이미지에 붙어 있었나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열린 질문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 이미지를 분류해줘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아니오 — 근거 없이 결론만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선택지 제공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/ Scratch 중 하나로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아니오 — 형식은 고정, 근거 소실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 지정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중심-외곽 축으로 분포를 기술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(결론 없음)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 — 관찰은 정확했음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강제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3개를 먼저, 결론은 마지막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부분적 — 3개 중 1개는 없는 관찰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45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24365C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 무엇을 알았나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360" y="504748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번 다 Donut 이라고 답했지만, 근거를 요구했을 때만 검증이 가능했다. 그리고 검증해 보니 관찰 세 개 중 하나는 이미지에 없는 내용이었다 — 결론이 같다고 해서 같은 품질의 답이 아니다.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① 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공정, 그리고 균일도가 깨지는 지점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B2A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276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6276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는 플라즈마로 이온과 라디칼을 만들어, 필요 없는 막을 깎아낸다. 물리적 충격과 화학 반응이 함께 작용한다.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균일도가 깨지는 지점 세 가지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1B2A4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2461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2E457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[A]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639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플라즈마 밀도 분포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챔버 구조상 중심과 엣지의 밀도가 다르다. CCP 계열은 정재파와 국소 이온 축적으로 중심부가 불균일해지는 경향이 보고된다.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88536" y="299923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1B2A4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62856" y="32461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2E4570"/>
          </a:solidFill>
          <a:ln/>
        </p:spPr>
      </p:sp>
      <p:sp>
        <p:nvSpPr>
          <p:cNvPr id="17" name="Text 15"/>
          <p:cNvSpPr/>
          <p:nvPr/>
        </p:nvSpPr>
        <p:spPr>
          <a:xfrm>
            <a:off x="4562856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산업자료 [C]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2856" y="3639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 온도 분포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2856" y="4041648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균일도를 좌우하는 핵심 변수. 최신 장비는 한 챔버에 100개 이상의 국소 히터를 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8432" y="299923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1B2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2752" y="3246120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2E4570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[A]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02752" y="3639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엣지 경계 조건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02752" y="4041648"/>
            <a:ext cx="3044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 끝에서 시스가 휘어 이온이 비스듬히 입사한다. 높이 차가 클수록 틸팅과 영향 범위가 커진다.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등급을 함께 적으십시오.  [일반] 등급을 논문처럼 말하면 5분 안에 드러납니다.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③ ④  ·  가장 중요한 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파라미터가 범인이라면, 웨이퍼에 이렇게 보여야 한다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지목 파라미터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293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 소모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14800" y="153619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그렇다면 이렇게 나타나야 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0" y="1901952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019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60720" y="190195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최외곽 3~5mm 대역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114800" y="2523744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5237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0" y="252374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좁고 선명한 링. 웨이퍼 중심과 동심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114800" y="3145536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1455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추세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760720" y="314553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주기 후반으로 갈수록 심화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114800" y="3767328"/>
            <a:ext cx="7498080" cy="530352"/>
          </a:xfrm>
          <a:prstGeom prst="roundRect">
            <a:avLst>
              <a:gd name="adj" fmla="val 13793"/>
            </a:avLst>
          </a:prstGeom>
          <a:solidFill>
            <a:srgbClr val="1B2A4E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76732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동반 증상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60720" y="376732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대역에서 엣지 CD shift 가 함께 관측되어야 함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B2A4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파라미터인가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32004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포커스링은 엣지의 시스를 잡아주는 부품인데, 고에너지 이온 충격으로 침식되는 소모품이다. 마모되면 엣지 식각 불균일이 다시 생긴다.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590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논문 [A] · 산업자료 [C]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4365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93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관찰과 대조하면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517550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이미지의 링은 최외곽보다 안쪽에 있어 보인다. 내 예측과 어긋나는 지점이며, 링 반경을 정량화하지 않으면 이 주장은 유지되기 어렵다.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④ 확장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조 다른 파라미터라면 — 어떻게 달라야 하는가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93592" cy="3291840"/>
          </a:xfrm>
          <a:prstGeom prst="roundRect">
            <a:avLst>
              <a:gd name="adj" fmla="val 2778"/>
            </a:avLst>
          </a:prstGeom>
          <a:solidFill>
            <a:srgbClr val="3A1230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 소모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3044952" cy="0"/>
          </a:xfrm>
          <a:prstGeom prst="line">
            <a:avLst/>
          </a:prstGeom>
          <a:noFill/>
          <a:ln w="12700">
            <a:solidFill>
              <a:srgbClr val="6B22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9443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최외곽 3~5mm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좁고 선명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주기와 상관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88536" y="1554480"/>
            <a:ext cx="3593592" cy="3291840"/>
          </a:xfrm>
          <a:prstGeom prst="roundRect">
            <a:avLst>
              <a:gd name="adj" fmla="val 2778"/>
            </a:avLst>
          </a:prstGeom>
          <a:solidFill>
            <a:srgbClr val="1B2A4E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17556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조 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62856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온도존 편차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62856" y="2542032"/>
            <a:ext cx="3044952" cy="0"/>
          </a:xfrm>
          <a:prstGeom prst="line">
            <a:avLst/>
          </a:prstGeom>
          <a:noFill/>
          <a:ln w="12700">
            <a:solidFill>
              <a:srgbClr val="3245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62856" y="29443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 경계 반경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62856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62856" y="36301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넓고 경계 흐림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62856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변경과 상관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28432" y="1554480"/>
            <a:ext cx="3593592" cy="3291840"/>
          </a:xfrm>
          <a:prstGeom prst="roundRect">
            <a:avLst>
              <a:gd name="adj" fmla="val 2778"/>
            </a:avLst>
          </a:prstGeom>
          <a:solidFill>
            <a:srgbClr val="1B2A4E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175564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조 B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02752" y="20482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전극 갭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02752" y="2542032"/>
            <a:ext cx="3044952" cy="0"/>
          </a:xfrm>
          <a:prstGeom prst="line">
            <a:avLst/>
          </a:prstGeom>
          <a:noFill/>
          <a:ln w="12700">
            <a:solidFill>
              <a:srgbClr val="3245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2697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02752" y="29443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중심~중간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3383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02752" y="36301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넓고 완만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2752" y="4069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02752" y="431596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챔버 전체 일관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4365C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무엇으로 가릴 수 있는가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5212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링의 반경을 mm 단위로 재면 세 가설이 갈린다. 반경 측정이 곧 이 논쟁의 결정적 데이터다.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지도 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주장이 맞다면 — Fab 에서 무엇을 더 확인하겠는가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56232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70078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 교체 이력과 누적 RF hour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665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가설이 맞다면 교체 직후 로트에서는 링이 옅어야 한다. 가장 먼저 볼 데이터.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66960" y="1883664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1883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990088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8346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챔버 다른 로트 / 다른 챔버 같은 로트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챔버 특정이면 부품 요인, 전 챔버 공통이면 레시피나 상류 공정 쪽.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66960" y="3017520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C2185B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03904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123944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9684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식각 전후 CD 반경 프로파일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33425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동반 증상 확인. CD shift 가 같은 대역에서 안 보이면 내 가설은 약해진다.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66960" y="4151376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2E4570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0" y="41513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64240" cy="1033272"/>
          </a:xfrm>
          <a:prstGeom prst="roundRect">
            <a:avLst>
              <a:gd name="adj" fmla="val 7965"/>
            </a:avLst>
          </a:prstGeom>
          <a:solidFill>
            <a:srgbClr val="1B2A4E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" y="5257800"/>
            <a:ext cx="384048" cy="384048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51023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상류 공정 변경 이력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4681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튜닝이 깨진 경우를 배제하기 위해.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966960" y="5285232"/>
            <a:ext cx="1280160" cy="329184"/>
          </a:xfrm>
          <a:prstGeom prst="roundRect">
            <a:avLst>
              <a:gd name="adj" fmla="val 47222"/>
            </a:avLst>
          </a:prstGeom>
          <a:solidFill>
            <a:srgbClr val="4A6A8A"/>
          </a:solidFill>
          <a:ln/>
        </p:spPr>
      </p:sp>
      <p:sp>
        <p:nvSpPr>
          <p:cNvPr id="33" name="Text 31"/>
          <p:cNvSpPr/>
          <p:nvPr/>
        </p:nvSpPr>
        <p:spPr>
          <a:xfrm>
            <a:off x="9966960" y="5285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배제용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우선순위를 붙이십시오.  "이것저것 다 보겠다"는 답은 아무것도 좁히지 못합니다.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384048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E0A82E"/>
          </a:solidFill>
          <a:ln/>
        </p:spPr>
      </p:sp>
      <p:sp>
        <p:nvSpPr>
          <p:cNvPr id="3" name="Text 1"/>
          <p:cNvSpPr/>
          <p:nvPr/>
        </p:nvSpPr>
        <p:spPr>
          <a:xfrm>
            <a:off x="1056132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 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③  ·  가장 높게 평가하는 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주장에서 가장 약한 고리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3A1230"/>
          </a:solidFill>
          <a:ln w="254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고리 ①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링의 반경을 눈대중으로 읽었다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37×37 격자 이미지를 육안으로 보고 "최외곽 3~5mm"라고 했지만, 실제로는 die 좌표를 세어 환산해야 할 문제다. 8mm 였다면 포커스링이 아니라 온도존 쪽이 유력해진다.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72768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고리 ②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동반 증상을 확인하지 못했다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542032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EB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포커스링 소모라면 엣지 CD shift 가 함께 나와야 한다고 썼지만, 웨이퍼맵만으로는 확인할 수 없었다. 예측을 세웠을 뿐 검증하지 못한 상태다.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436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33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내 주장은 이 강도로 유지된다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42062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"포커스링 소모가 유력하다" 까지다.  "포커스링 소모다" 라고는 말할 수 없다.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0A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숨긴 약점은 5분 안에 드러나고, 밝힌 약점은 신뢰가 됩니다.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예시의 기술적 내용 출처는 배포된 「공정 치트시트」 7장을 참고하십시오.  모든 근거는 공개 논문·특허·산업 자료입니다.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2026-08-16T15:00:36Z</dcterms:created>
  <dcterms:modified xsi:type="dcterms:W3CDTF">2026-08-16T15:00:36Z</dcterms:modified>
</cp:coreProperties>
</file>